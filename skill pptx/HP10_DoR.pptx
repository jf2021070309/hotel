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486400" cy="5486400"/>
          </a:xfrm>
          <a:prstGeom prst="ellipse">
            <a:avLst/>
          </a:prstGeom>
          <a:solidFill>
            <a:srgbClr val="1B98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1B98E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B98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Remover Precio Base en Habitaciones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Platinium  ·  Actual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HP-10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 Usuario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55648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8800" y="2057400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cajero/recepcionista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7296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93008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3374136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828800" y="3675888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precio de la habitación se ingrese directamente en el módulo de Rooming sin depender de un precio predefinido en la configuración de la habitación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479145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1B98E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11496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992624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828800" y="5294376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flexibilidad total en el cobro y evitar errores de validación de precios al momento de crear habitaciones.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HP-10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Aceptación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criterios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84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54533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'Precio Base' debe desaparecer del listado de habitaciones.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572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232257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'Precio Base' debe eliminarse del modal de creación y edición.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61848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7056" y="154533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debe permitir crear y editar habitaciones sin enviar el precio base.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239572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7056" y="232257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Rooming debe asumir por defecto S/ 0 para el precio, permitiendo su ingreso manual.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HP-10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15258" cy="502920"/>
          </a:xfrm>
          <a:prstGeom prst="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15258" cy="18288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733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544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240280"/>
            <a:ext cx="300319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columna en index.php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campo del modal Vue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exportación PDF/Excel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lógica de Vue data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8218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8218" y="1554480"/>
            <a:ext cx="3515258" cy="502920"/>
          </a:xfrm>
          <a:prstGeom prst="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12" name="Shape 9"/>
          <p:cNvSpPr/>
          <p:nvPr/>
        </p:nvSpPr>
        <p:spPr>
          <a:xfrm>
            <a:off x="4338218" y="1874520"/>
            <a:ext cx="3515258" cy="18288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16733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86858" y="15544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94250" y="2240280"/>
            <a:ext cx="300319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validación $precio_base &lt;= 0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precio de los logs de auditoría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precio_base = 0 por defecto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27797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27797" y="1554480"/>
            <a:ext cx="3515258" cy="502920"/>
          </a:xfrm>
          <a:prstGeom prst="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18" name="Shape 14"/>
          <p:cNvSpPr/>
          <p:nvPr/>
        </p:nvSpPr>
        <p:spPr>
          <a:xfrm>
            <a:off x="8127797" y="1874520"/>
            <a:ext cx="3515258" cy="18288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16733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76437" y="15544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3829" y="2240280"/>
            <a:ext cx="300319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columna precio_base por compatibilidad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por defecto será 0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requiere migración estructural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HP-10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1907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" y="2148840"/>
            <a:ext cx="311292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69" y="283464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5166360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 Habitaciones sin columna de Precio Base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38218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17373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6858" y="171907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39386" y="2148840"/>
            <a:ext cx="311292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648" y="2834640"/>
            <a:ext cx="914400" cy="914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39386" y="5166360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actualización de Rooming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127797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965" y="17373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76437" y="171907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328965" y="2148840"/>
            <a:ext cx="311292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dash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8226" y="2834640"/>
            <a:ext cx="914400" cy="914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28965" y="5166360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ignorando precio_base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HP-10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Dependencias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4297680"/>
          </a:xfrm>
          <a:prstGeom prst="roundRect">
            <a:avLst>
              <a:gd name="adj" fmla="val 170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556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3736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313432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24028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dependencias ocultas en reportes de ingresos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98568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8072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validación del precio en Rooming si se ingresa 0 accidentalmente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98568" y="2807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33008" y="1554480"/>
            <a:ext cx="5410048" cy="4297680"/>
          </a:xfrm>
          <a:prstGeom prst="roundRect">
            <a:avLst>
              <a:gd name="adj" fmla="val 170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175564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27368" y="173736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07328" y="2240280"/>
            <a:ext cx="48614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Rooming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029200" cy="5029200"/>
          </a:xfrm>
          <a:prstGeom prst="ellipse">
            <a:avLst/>
          </a:prstGeom>
          <a:solidFill>
            <a:srgbClr val="1B9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HP-10 · DEFINITION OF READY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8249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frontend actualizado y probado.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71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41401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backend actualizado y sin validación estricta de precio.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1868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314553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Cypress para el cuadro de reservas funcionando (HP-8).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175564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44488" y="168249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de consola en la vista de Habitaciones.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8" y="248716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44488" y="241401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habitaciones validada exitosamente.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 HP-10 — Remover Precio Base en Habitaciones</dc:title>
  <dc:subject>PptxGenJS Presentation</dc:subject>
  <dc:creator>Roy</dc:creator>
  <cp:lastModifiedBy>Roy</cp:lastModifiedBy>
  <cp:revision>1</cp:revision>
  <dcterms:created xsi:type="dcterms:W3CDTF">2026-07-13T19:58:45Z</dcterms:created>
  <dcterms:modified xsi:type="dcterms:W3CDTF">2026-07-13T19:58:45Z</dcterms:modified>
</cp:coreProperties>
</file>