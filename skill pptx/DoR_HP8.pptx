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486400" cy="5486400"/>
          </a:xfrm>
          <a:prstGeom prst="ellipse">
            <a:avLst/>
          </a:prstGeom>
          <a:solidFill>
            <a:srgbClr val="1B98E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572000"/>
            <a:ext cx="4572000" cy="4572000"/>
          </a:xfrm>
          <a:prstGeom prst="ellipse">
            <a:avLst/>
          </a:prstGeom>
          <a:solidFill>
            <a:srgbClr val="1B98E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B98E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instantánea de Cuadro de Reservas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Reservas Hoteleras  ·  Sprint 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Elvis Leyva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Elvis Leyva  |  Jaime Flores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Tacna - Perú,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HP-8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 Usuario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55648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8800" y="2057400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 del hotel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7296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93008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3374136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828800" y="3675888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cuadro de reservas cargue en menos de 2 segundos al abrir el módulo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479145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1B98E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11496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992624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828800" y="5294376"/>
            <a:ext cx="9448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atender al huésped en el mostrador sin tiempos de espera perceptibles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HP-8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Aceptación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criterios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84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54533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cuadro de reservas carga en menos de 2 segundos con 500 reservas activas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572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232257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un indicador de carga (skeleton) mientras se obtienen los datos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309981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reservas se ordenan por fecha de check-in ascendente por defecto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161848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7056" y="154533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muestra un mensaje claro si la carga falla, con opción de reintentar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008" y="2395728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7056" y="232257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paginación no bloquea la interacción con el resto de la pantalla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HP-8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15258" cy="502920"/>
          </a:xfrm>
          <a:prstGeom prst="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515258" cy="18288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733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544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240280"/>
            <a:ext cx="300319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3 + Composition API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 de tabla (vue-virtual-scroller)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 con Pinia para cache de reservas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loader durante el fetch inicial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8218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8218" y="1554480"/>
            <a:ext cx="3515258" cy="502920"/>
          </a:xfrm>
          <a:prstGeom prst="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12" name="Shape 9"/>
          <p:cNvSpPr/>
          <p:nvPr/>
        </p:nvSpPr>
        <p:spPr>
          <a:xfrm>
            <a:off x="4338218" y="1874520"/>
            <a:ext cx="3515258" cy="18288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98" y="16733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86858" y="15544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94250" y="2240280"/>
            <a:ext cx="300319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GET /reservas/cuadro con paginación cursor-based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en Redis con TTL de 30s por rango de fechas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comprimida (gzip) y payload reducido (DTO específico)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por sesión para evitar sobrecarga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27797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27797" y="1554480"/>
            <a:ext cx="3515258" cy="502920"/>
          </a:xfrm>
          <a:prstGeom prst="rect">
            <a:avLst>
              <a:gd name="adj" fmla="val 14545"/>
            </a:avLst>
          </a:prstGeom>
          <a:solidFill>
            <a:srgbClr val="0B2545"/>
          </a:solidFill>
          <a:ln/>
        </p:spPr>
      </p:sp>
      <p:sp>
        <p:nvSpPr>
          <p:cNvPr id="18" name="Shape 14"/>
          <p:cNvSpPr/>
          <p:nvPr/>
        </p:nvSpPr>
        <p:spPr>
          <a:xfrm>
            <a:off x="8127797" y="1874520"/>
            <a:ext cx="3515258" cy="18288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16733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76437" y="1554480"/>
            <a:ext cx="2829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83829" y="2240280"/>
            <a:ext cx="300319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compuesto (fecha_checkin, estado_habitacion)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materializada para el rango de los próximos 30 días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de la tabla reservas por mes</a:t>
            </a:r>
            <a:endParaRPr lang="en-US" sz="1250" dirty="0"/>
          </a:p>
          <a:p>
            <a:pPr marL="127000" indent="-1270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nocturno de refresco de la vista materializada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HP-8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Técnica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1907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9808" y="2148840"/>
            <a:ext cx="311292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69" y="283464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5166360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de alta fidelidad del cuadro de reservas con skeleton loader y filtros superiores.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38218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17373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6858" y="171907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39386" y="2148840"/>
            <a:ext cx="311292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648" y="2834640"/>
            <a:ext cx="914400" cy="914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39386" y="5166360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secuencia: Frontend → API Gateway → Cache Redis → Vista materializada → Respuesta.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127797" y="1554480"/>
            <a:ext cx="3515258" cy="4297680"/>
          </a:xfrm>
          <a:prstGeom prst="roundRect">
            <a:avLst>
              <a:gd name="adj" fmla="val 2081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965" y="17373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76437" y="171907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328965" y="2148840"/>
            <a:ext cx="3112922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dash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8226" y="2834640"/>
            <a:ext cx="914400" cy="914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28965" y="5166360"/>
            <a:ext cx="31129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de la tabla reservas particionada y su vista materializada asociada.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HP-8 · DEFINITION OF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Dependencias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4297680"/>
          </a:xfrm>
          <a:prstGeom prst="roundRect">
            <a:avLst>
              <a:gd name="adj" fmla="val 170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556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3736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31343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240280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vista materializada puede quedar desactualizada si el job nocturno falla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98568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8072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como punto único de cache puede saturarse en temporada alta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98568" y="2807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3447288"/>
            <a:ext cx="109728" cy="1097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374136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del índice compuesto requiere ventana de mantenimiento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98568" y="3374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33008" y="1554480"/>
            <a:ext cx="5410048" cy="4297680"/>
          </a:xfrm>
          <a:prstGeom prst="roundRect">
            <a:avLst>
              <a:gd name="adj" fmla="val 1702"/>
            </a:avLst>
          </a:prstGeom>
          <a:solidFill>
            <a:srgbClr val="F3F5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175564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27368" y="1737360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07328" y="2240280"/>
            <a:ext cx="48614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infraestructura para habilitar Redis en producción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HP-5 (autenticación de sesión) debe estar desplegado antes</a:t>
            </a:r>
            <a:endParaRPr lang="en-US" sz="12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solo lectura a la base de datos de producción para pruebas de carga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029200" cy="5029200"/>
          </a:xfrm>
          <a:prstGeom prst="ellipse">
            <a:avLst/>
          </a:prstGeom>
          <a:solidFill>
            <a:srgbClr val="1B98E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HP-8 · DEFINITION OF READY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of Done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8249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revisado y aprobado en al menos 1 pull request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71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41401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e de integración con cobertura ≥ 80%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1868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314553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carga confirma tiempo de respuesta &lt; 2s con 500 reservas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175564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44488" y="168249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actualizada en el repositorio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8" y="248716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44488" y="241401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y validado en ambiente de staging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728" y="3218688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644488" y="3145536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Aceptado por el Product Owner en la demo de sprint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 HP-8 — Carga instantánea de Cuadro de Reservas</dc:title>
  <dc:subject>PptxGenJS Presentation</dc:subject>
  <dc:creator>Elvis Leyva</dc:creator>
  <cp:lastModifiedBy>Elvis Leyva</cp:lastModifiedBy>
  <cp:revision>1</cp:revision>
  <dcterms:created xsi:type="dcterms:W3CDTF">2026-07-13T19:06:17Z</dcterms:created>
  <dcterms:modified xsi:type="dcterms:W3CDTF">2026-07-13T19:06:17Z</dcterms:modified>
</cp:coreProperties>
</file>